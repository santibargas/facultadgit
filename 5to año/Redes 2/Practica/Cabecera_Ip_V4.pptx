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65" r:id="rId15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elo T. Gentile" initials="MG" lastIdx="1" clrIdx="0">
    <p:extLst>
      <p:ext uri="{19B8F6BF-5375-455C-9EA6-DF929625EA0E}">
        <p15:presenceInfo xmlns:p15="http://schemas.microsoft.com/office/powerpoint/2012/main" userId="6552ef32692334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BB97D-9465-6945-E8EB-B044FC5FF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717BE4-3DDA-605D-6684-5C62FDFD7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5A9047-D4BB-3FF6-2D14-19137BAC4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42DC9-B6E9-4B6F-9743-F9E3D7D28590}" type="datetimeFigureOut">
              <a:rPr lang="es-AR" smtClean="0"/>
              <a:t>24/03/2026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C3BE22-B6E0-6FC1-3FFC-B1CBA4D6F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CC3AB9-AAF2-1AAC-B263-F794E8DE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A231D-DFA1-4887-8098-776ECE0F186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3864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D3C55E-D027-6BAA-95E1-E43DFCF1B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7284E5-EF2E-98CD-B2E2-706E0E2FD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BC997C-38BC-0D33-9CDD-65478A826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42DC9-B6E9-4B6F-9743-F9E3D7D28590}" type="datetimeFigureOut">
              <a:rPr lang="es-AR" smtClean="0"/>
              <a:t>24/03/2026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CF435B-E529-F49E-FBE8-40DFC128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78C37C-8290-6C98-5001-8F80A0A82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A231D-DFA1-4887-8098-776ECE0F186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9864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853D7-CF5D-2009-F299-4721F2C80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608D85-B91E-98E8-5712-8310F0F24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0EF250-807E-9EE3-36BB-B62567DC9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42DC9-B6E9-4B6F-9743-F9E3D7D28590}" type="datetimeFigureOut">
              <a:rPr lang="es-AR" smtClean="0"/>
              <a:t>24/03/2026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EF0FE6-F32E-A5DE-8269-6DBA9481F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28A01C-C05A-EA34-2190-3D0EDD8DE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A231D-DFA1-4887-8098-776ECE0F186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56869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08925-AAF1-A9AB-3C23-C7FC6BE16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C781A5-AF9D-42A1-2C9A-950912C4A7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3E52C8-3838-92DA-197F-C7A504F45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C85BDE-CB94-85D0-23F8-2CB17AB70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42DC9-B6E9-4B6F-9743-F9E3D7D28590}" type="datetimeFigureOut">
              <a:rPr lang="es-AR" smtClean="0"/>
              <a:t>24/03/2026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0F76E3-13DD-9E49-B6E6-59119DBED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CD58B8-553B-9590-55C8-C9879BE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A231D-DFA1-4887-8098-776ECE0F186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50989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FA391-7F0C-4F7B-1FD7-40381C748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910558-D9CF-4311-0CC8-1D674E287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1ED220-9A99-35C4-32CE-46B511D02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D34A901-A521-DA7A-F04D-BF66FDC5BD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92456F8-ADD8-6E4A-060F-28D9A111B0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F905FC4-537A-2158-D4CF-4E965B35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42DC9-B6E9-4B6F-9743-F9E3D7D28590}" type="datetimeFigureOut">
              <a:rPr lang="es-AR" smtClean="0"/>
              <a:t>24/03/2026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3C9AA0C-84CB-26BB-20D4-C9144676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5EDED34-DFEF-E7F6-4A80-A5BF17E5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A231D-DFA1-4887-8098-776ECE0F186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57967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E0BE4-75D6-ADB4-47C0-97C59C7D1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CF99E54-35C0-0FE1-D450-2167467D3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42DC9-B6E9-4B6F-9743-F9E3D7D28590}" type="datetimeFigureOut">
              <a:rPr lang="es-AR" smtClean="0"/>
              <a:t>24/03/2026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380CC83-FD8E-6A83-60C3-C68C17B50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EDCFC55-39EE-1567-DE4A-0EC180550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A231D-DFA1-4887-8098-776ECE0F186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12346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184C21D-D4AD-4BA1-09EE-6A1FBEC9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42DC9-B6E9-4B6F-9743-F9E3D7D28590}" type="datetimeFigureOut">
              <a:rPr lang="es-AR" smtClean="0"/>
              <a:t>24/03/2026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0070E93-5F2E-0491-4DF5-0AC643089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458C17-9273-EE5F-A564-E9E3C794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A231D-DFA1-4887-8098-776ECE0F186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067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FDE9AA-7AE4-26AD-0ACC-A6BA15E37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EA7AD1-B4BF-CD78-E0E2-A68911142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618E403-0726-624E-9626-D570C81FE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F20001-4BA2-AA2D-662D-F1F48DBC6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42DC9-B6E9-4B6F-9743-F9E3D7D28590}" type="datetimeFigureOut">
              <a:rPr lang="es-AR" smtClean="0"/>
              <a:t>24/03/2026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F6CF2F-7FCE-B3C6-FE4A-756EAC359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A927E6-3AEB-040B-8F64-A1EBE5BBA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A231D-DFA1-4887-8098-776ECE0F186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47857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F9D11-C6FC-AE58-FDCD-B1264535D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B4A8F77-6FD6-1BDE-5D15-204383E9E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29871A-C4EE-0AC2-3986-16CB46C4E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BC743-D700-D30E-BC1A-EB027B4FE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42DC9-B6E9-4B6F-9743-F9E3D7D28590}" type="datetimeFigureOut">
              <a:rPr lang="es-AR" smtClean="0"/>
              <a:t>24/03/2026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A21969-29CB-7B79-A2B2-4F11975DD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BFE451-51FA-66A1-D89E-A9EEF405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A231D-DFA1-4887-8098-776ECE0F186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45956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21A148-B599-98B3-F948-5445FEA6B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88AF90-9E7B-1F29-596D-EC0A7E1B8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2BAECF-2E5C-BC90-DDF7-3DBF22260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42DC9-B6E9-4B6F-9743-F9E3D7D28590}" type="datetimeFigureOut">
              <a:rPr lang="es-AR" smtClean="0"/>
              <a:t>24/03/2026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C1B137-B2AE-E716-845D-2144D1B5C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BD0384-F850-DB82-9A58-DA72832B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A231D-DFA1-4887-8098-776ECE0F186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55647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9F4427-2443-EAF6-165C-490E6F1804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79B609-4DE0-F2A6-D866-15723A288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B41DB7-4767-2143-B64D-5C94AEE5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42DC9-B6E9-4B6F-9743-F9E3D7D28590}" type="datetimeFigureOut">
              <a:rPr lang="es-AR" smtClean="0"/>
              <a:t>24/03/2026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53AA68-A088-174D-9F20-64A7508F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A17CDD-DB70-F407-D3A0-9EA3B1A93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A231D-DFA1-4887-8098-776ECE0F186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31546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95BCCCF-8460-0B87-C3FB-534B26957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8DFE7F-7F22-0F7D-30C1-E6274808E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7818AD-18E1-925B-BDFA-73EAECFD36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42DC9-B6E9-4B6F-9743-F9E3D7D28590}" type="datetimeFigureOut">
              <a:rPr lang="es-AR" smtClean="0"/>
              <a:t>24/03/2026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74DD91-1826-37E9-02B6-D6EEB203E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65D4AD-8936-309B-C42C-CEEBC0171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A231D-DFA1-4887-8098-776ECE0F186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61506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6czsiIKsZUg" TargetMode="External"/><Relationship Id="rId2" Type="http://schemas.openxmlformats.org/officeDocument/2006/relationships/hyperlink" Target="https://www.youtube.com/watch?v=AGVLFjdOU5I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736OxNAE8ec&amp;t=12s" TargetMode="External"/><Relationship Id="rId4" Type="http://schemas.openxmlformats.org/officeDocument/2006/relationships/hyperlink" Target="https://www.youtube.com/watch?v=yL28OKZ5E4U&amp;t=37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0B91572-CCD0-5218-8871-754445169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04" y="585571"/>
            <a:ext cx="11611992" cy="569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85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ED5038E-E7E1-472A-855F-9DED6DB9C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65" y="480601"/>
            <a:ext cx="11241069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105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8F7B495-2B40-B84C-4715-067F7E570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35" y="200662"/>
            <a:ext cx="10069330" cy="212437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B3F63C2-70E0-A9FC-B4B4-525837FEE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443" y="2418730"/>
            <a:ext cx="10764752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76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C3F3F96-DF94-FD4E-CE0D-BD5B3F0B7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98" y="442126"/>
            <a:ext cx="1167765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31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00D49A63-6416-E923-F0F3-D28DC09B3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273920"/>
              </p:ext>
            </p:extLst>
          </p:nvPr>
        </p:nvGraphicFramePr>
        <p:xfrm>
          <a:off x="952064" y="239017"/>
          <a:ext cx="4802191" cy="387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7551">
                  <a:extLst>
                    <a:ext uri="{9D8B030D-6E8A-4147-A177-3AD203B41FA5}">
                      <a16:colId xmlns:a16="http://schemas.microsoft.com/office/drawing/2014/main" val="532861293"/>
                    </a:ext>
                  </a:extLst>
                </a:gridCol>
                <a:gridCol w="1666579">
                  <a:extLst>
                    <a:ext uri="{9D8B030D-6E8A-4147-A177-3AD203B41FA5}">
                      <a16:colId xmlns:a16="http://schemas.microsoft.com/office/drawing/2014/main" val="3525591979"/>
                    </a:ext>
                  </a:extLst>
                </a:gridCol>
                <a:gridCol w="2318061">
                  <a:extLst>
                    <a:ext uri="{9D8B030D-6E8A-4147-A177-3AD203B41FA5}">
                      <a16:colId xmlns:a16="http://schemas.microsoft.com/office/drawing/2014/main" val="2869219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Significado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422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dirty="0" err="1"/>
                        <a:t>Routine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dirty="0"/>
                        <a:t>Tráfico normal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568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 err="1"/>
                        <a:t>Priority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Prioridad Baja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54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Inmediate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Algo Urgente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78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Alta Prioridad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895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Flash </a:t>
                      </a:r>
                      <a:r>
                        <a:rPr lang="es-AR" dirty="0" err="1"/>
                        <a:t>Override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Muy Alta Prioridad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45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CRITIC/ECP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Crítico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81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Internetwork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Control de 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50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Network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Máxima Prioridad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228797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9F0CA249-446F-0FF8-F50E-EBA6B84F6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199002"/>
              </p:ext>
            </p:extLst>
          </p:nvPr>
        </p:nvGraphicFramePr>
        <p:xfrm>
          <a:off x="7333673" y="239017"/>
          <a:ext cx="28448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254">
                  <a:extLst>
                    <a:ext uri="{9D8B030D-6E8A-4147-A177-3AD203B41FA5}">
                      <a16:colId xmlns:a16="http://schemas.microsoft.com/office/drawing/2014/main" val="3120855685"/>
                    </a:ext>
                  </a:extLst>
                </a:gridCol>
                <a:gridCol w="775854">
                  <a:extLst>
                    <a:ext uri="{9D8B030D-6E8A-4147-A177-3AD203B41FA5}">
                      <a16:colId xmlns:a16="http://schemas.microsoft.com/office/drawing/2014/main" val="1746039893"/>
                    </a:ext>
                  </a:extLst>
                </a:gridCol>
                <a:gridCol w="785091">
                  <a:extLst>
                    <a:ext uri="{9D8B030D-6E8A-4147-A177-3AD203B41FA5}">
                      <a16:colId xmlns:a16="http://schemas.microsoft.com/office/drawing/2014/main" val="4150518613"/>
                    </a:ext>
                  </a:extLst>
                </a:gridCol>
                <a:gridCol w="609602">
                  <a:extLst>
                    <a:ext uri="{9D8B030D-6E8A-4147-A177-3AD203B41FA5}">
                      <a16:colId xmlns:a16="http://schemas.microsoft.com/office/drawing/2014/main" val="1186286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087228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7980BF0D-05F9-0B7B-CFCE-2DC38C28D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673" y="712136"/>
            <a:ext cx="4497131" cy="312463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2098AD4-CA08-A75D-1540-30A99DAFD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673" y="3939051"/>
            <a:ext cx="4655127" cy="225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858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9AB20B6-957C-141E-01FB-1FE9931C7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98" y="761628"/>
            <a:ext cx="10059804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520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CC716B7-6B0D-809B-4CF5-417AD66EF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40" y="474727"/>
            <a:ext cx="10183646" cy="11241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2F1DC0F-50C8-3F05-4630-0C6F810FF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590" y="1840367"/>
            <a:ext cx="10232352" cy="482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90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4A35CB7-5766-AF9D-DA49-9D819CC12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27" y="397439"/>
            <a:ext cx="2400635" cy="225774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F4C81D0-E31F-027D-7925-DCDF2FE93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584" y="514450"/>
            <a:ext cx="4810796" cy="63826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A2E87E8-1AC4-33B3-8770-67C76418B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593" y="1747982"/>
            <a:ext cx="8069973" cy="426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425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8964358-572F-38BF-71E7-669AA80F0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19" y="298986"/>
            <a:ext cx="10478962" cy="265784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B436158-4C23-4415-A6F0-817E586C6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375" y="2854036"/>
            <a:ext cx="5435439" cy="387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96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8A4969B-9510-ED88-E57C-93556C0D8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80" y="210678"/>
            <a:ext cx="10240804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568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5FD5F51-D278-D785-7BFD-7A0F835E4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624" y="1009312"/>
            <a:ext cx="9678751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10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D34CAF8-6484-FCD6-4A7D-604AD7C6A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389" y="120839"/>
            <a:ext cx="8221222" cy="278168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A11239A-97FD-5F27-0F43-40D3F846E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389" y="3106961"/>
            <a:ext cx="7266305" cy="343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783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032429B-144C-23D8-4746-9C00C8B55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436" y="346826"/>
            <a:ext cx="8821381" cy="163852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9A27BEB-6B30-1569-1690-C540A872C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890" y="2307132"/>
            <a:ext cx="10413230" cy="130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26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EF41706-727D-78AB-BA70-30E703A0FAB5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hlinkClick r:id="rId2"/>
              </a:rPr>
              <a:t>Formato de Datagrama IPv4</a:t>
            </a:r>
            <a:endParaRPr lang="es-AR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1A11BE7-6CFE-EA76-0E73-D53F16B57840}"/>
              </a:ext>
            </a:extLst>
          </p:cNvPr>
          <p:cNvSpPr txBox="1"/>
          <p:nvPr/>
        </p:nvSpPr>
        <p:spPr>
          <a:xfrm>
            <a:off x="3048000" y="38747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hlinkClick r:id="rId3"/>
              </a:rPr>
              <a:t>Fragmentación en IPv4 (</a:t>
            </a:r>
            <a:r>
              <a:rPr lang="es-AR" dirty="0" err="1">
                <a:hlinkClick r:id="rId3"/>
              </a:rPr>
              <a:t>teoria</a:t>
            </a:r>
            <a:r>
              <a:rPr lang="es-AR" dirty="0">
                <a:hlinkClick r:id="rId3"/>
              </a:rPr>
              <a:t>)</a:t>
            </a:r>
            <a:endParaRPr lang="es-AR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7F15FD3-1911-4DC9-0114-B42F2FA3658B}"/>
              </a:ext>
            </a:extLst>
          </p:cNvPr>
          <p:cNvSpPr txBox="1"/>
          <p:nvPr/>
        </p:nvSpPr>
        <p:spPr>
          <a:xfrm>
            <a:off x="3048000" y="45029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hlinkClick r:id="rId4"/>
              </a:rPr>
              <a:t>Fragmentación en IPv4 (Ejercicio)</a:t>
            </a:r>
            <a:endParaRPr lang="es-AR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38F4E93-941C-AD9C-096A-6D38798325D7}"/>
              </a:ext>
            </a:extLst>
          </p:cNvPr>
          <p:cNvSpPr txBox="1"/>
          <p:nvPr/>
        </p:nvSpPr>
        <p:spPr>
          <a:xfrm>
            <a:off x="3048000" y="221221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hlinkClick r:id="rId5"/>
              </a:rPr>
              <a:t>Redes de Computadoras - Cabecera de IPv4 y Fragmentación de Paquetes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322707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72</Words>
  <Application>Microsoft Office PowerPoint</Application>
  <PresentationFormat>Panorámica</PresentationFormat>
  <Paragraphs>35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T. Gentile</dc:creator>
  <cp:lastModifiedBy>Marcelo T. Gentile</cp:lastModifiedBy>
  <cp:revision>4</cp:revision>
  <dcterms:created xsi:type="dcterms:W3CDTF">2026-03-24T01:48:52Z</dcterms:created>
  <dcterms:modified xsi:type="dcterms:W3CDTF">2026-03-25T00:41:45Z</dcterms:modified>
</cp:coreProperties>
</file>